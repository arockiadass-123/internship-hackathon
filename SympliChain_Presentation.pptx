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20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2148840"/>
            <a:ext cx="8979408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Internship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2011680" cy="1005840"/>
          </a:xfrm>
          <a:prstGeom prst="rect">
            <a:avLst/>
          </a:prstGeom>
          <a:solidFill>
            <a:srgbClr val="1A2E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01168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34015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Arockia Dass J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78608" y="3017520"/>
            <a:ext cx="2011680" cy="1005840"/>
          </a:xfrm>
          <a:prstGeom prst="rect">
            <a:avLst/>
          </a:prstGeom>
          <a:solidFill>
            <a:srgbClr val="1A2E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3017520"/>
            <a:ext cx="201168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2688336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88336" y="34015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Graduate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91456" y="3017520"/>
            <a:ext cx="2011680" cy="1005840"/>
          </a:xfrm>
          <a:prstGeom prst="rect">
            <a:avLst/>
          </a:prstGeom>
          <a:solidFill>
            <a:srgbClr val="1A2E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91456" y="3017520"/>
            <a:ext cx="201168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Applied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1184" y="34015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04304" y="3017520"/>
            <a:ext cx="2011680" cy="1005840"/>
          </a:xfrm>
          <a:prstGeom prst="rect">
            <a:avLst/>
          </a:prstGeom>
          <a:solidFill>
            <a:srgbClr val="1A2E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04304" y="3017520"/>
            <a:ext cx="201168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14032" y="3401568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Four-Part Technical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secure, and production-ready solution for SympliChain's technical assessment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188720"/>
            <a:ext cx="1609344" cy="25603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188720"/>
            <a:ext cx="1609344" cy="1645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12064" cy="51206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9748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routing &amp; rate limiting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37944" y="1188720"/>
            <a:ext cx="1609344" cy="25603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37944" y="1188720"/>
            <a:ext cx="1609344" cy="1645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3" name="Shape 11"/>
          <p:cNvSpPr/>
          <p:nvPr/>
        </p:nvSpPr>
        <p:spPr>
          <a:xfrm>
            <a:off x="2386584" y="1463040"/>
            <a:ext cx="512064" cy="512064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4" name="Text 12"/>
          <p:cNvSpPr/>
          <p:nvPr/>
        </p:nvSpPr>
        <p:spPr>
          <a:xfrm>
            <a:off x="2386584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9384" y="21488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9384" y="269748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WAF, secrets &amp; RBAC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8728" y="1188720"/>
            <a:ext cx="1609344" cy="25603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38728" y="1188720"/>
            <a:ext cx="1609344" cy="1645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Shape 17"/>
          <p:cNvSpPr/>
          <p:nvPr/>
        </p:nvSpPr>
        <p:spPr>
          <a:xfrm>
            <a:off x="4087368" y="1463040"/>
            <a:ext cx="512064" cy="512064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4087368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30168" y="21488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30168" y="269748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deployments &amp; rollback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39512" y="1188720"/>
            <a:ext cx="1609344" cy="25603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39512" y="1188720"/>
            <a:ext cx="1609344" cy="16459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Shape 23"/>
          <p:cNvSpPr/>
          <p:nvPr/>
        </p:nvSpPr>
        <p:spPr>
          <a:xfrm>
            <a:off x="5788152" y="1463040"/>
            <a:ext cx="512064" cy="51206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5788152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0952" y="21488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269748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IaC, modular architecture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0296" y="1188720"/>
            <a:ext cx="1609344" cy="25603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0296" y="1188720"/>
            <a:ext cx="1609344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Shape 29"/>
          <p:cNvSpPr/>
          <p:nvPr/>
        </p:nvSpPr>
        <p:spPr>
          <a:xfrm>
            <a:off x="7488936" y="1463040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7488936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1736" y="214884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31736" y="269748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tracing &amp; incident response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Gateway &amp; Rate Limiting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71600" cy="685800"/>
          </a:xfrm>
          <a:prstGeom prst="rect">
            <a:avLst/>
          </a:prstGeom>
          <a:solidFill>
            <a:srgbClr val="546E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45920" y="1495044"/>
            <a:ext cx="201168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8" name="Shape 6"/>
          <p:cNvSpPr/>
          <p:nvPr/>
        </p:nvSpPr>
        <p:spPr>
          <a:xfrm>
            <a:off x="1847088" y="1188720"/>
            <a:ext cx="1371600" cy="6858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47088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(NGINX/Kong)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495044"/>
            <a:ext cx="201168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856" y="1188720"/>
            <a:ext cx="1371600" cy="685800"/>
          </a:xfrm>
          <a:prstGeom prst="rect">
            <a:avLst/>
          </a:prstGeom>
          <a:solidFill>
            <a:srgbClr val="0097A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9856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(JWT/API Key)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91456" y="1495044"/>
            <a:ext cx="201168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2624" y="1188720"/>
            <a:ext cx="1371600" cy="68580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92624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64224" y="1495044"/>
            <a:ext cx="201168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188720"/>
            <a:ext cx="1371600" cy="6858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Services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084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Rules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4572000" cy="201168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+ Username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/orders/*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/payments/*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/public/*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2468880"/>
            <a:ext cx="4572000" cy="402336"/>
          </a:xfrm>
          <a:prstGeom prst="rect">
            <a:avLst/>
          </a:prstGeom>
          <a:solidFill>
            <a:srgbClr val="1565C0"/>
          </a:solidFill>
          <a:ln/>
        </p:spPr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4572000" cy="40233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486400" y="2084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0" y="24688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validation at gateway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rules for suspicious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throttling &amp; temporary bans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size limits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+ CORS allowlist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for sensitive actions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6" name="Text 2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Mobile App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508760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636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636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002536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057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/ Context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4114800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496312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5511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5511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interceptors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90088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990088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0449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044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/ AsyncStorage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83864"/>
            <a:ext cx="4114800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483864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5387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Reporting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5387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Crashlytics / Sentry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1148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977640"/>
            <a:ext cx="54864" cy="4937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325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0325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Analytics / Mixpanel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Layers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1508760"/>
            <a:ext cx="4023360" cy="64008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10912" y="1563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1856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Components, Navigation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276856"/>
            <a:ext cx="4023360" cy="64008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10912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2624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Redux, State, Use Cases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044952"/>
            <a:ext cx="4023360" cy="640080"/>
          </a:xfrm>
          <a:prstGeom prst="rect">
            <a:avLst/>
          </a:prstGeom>
          <a:solidFill>
            <a:srgbClr val="0097A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10912" y="3099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3392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Repositories, API Clients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813048"/>
            <a:ext cx="4023360" cy="64008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10912" y="3867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10912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Storage, Crashlytics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Deployment Pipeline + Docker / Terraform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3716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98448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triggers pipeline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097280"/>
            <a:ext cx="1371600" cy="1097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48840" y="1298448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6479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6479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unit tests, coverage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97280"/>
            <a:ext cx="1371600" cy="10972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11880" y="1298448"/>
            <a:ext cx="457200" cy="457200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2783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783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image build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097280"/>
            <a:ext cx="137160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129844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9087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/ Docker Hub tagged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97280"/>
            <a:ext cx="1371600" cy="10972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960" y="1298448"/>
            <a:ext cx="457200" cy="45720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5391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/ rolling update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43800" y="1097280"/>
            <a:ext cx="1371600" cy="13258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097280"/>
            <a:ext cx="1371600" cy="10972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001000" y="1298448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16952" y="18470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16952" y="212140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&amp; alerts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2651760"/>
            <a:ext cx="4023360" cy="20116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2651760"/>
            <a:ext cx="4023360" cy="9144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Strategy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315468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Dockerfiles to minimize image size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images per 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for local dev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via secrets manager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2651760"/>
            <a:ext cx="4023360" cy="20116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651760"/>
            <a:ext cx="4023360" cy="91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37760" y="315468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EC2, RDS, S3, Redis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Environment-specific variable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in S3 + DynamoDB 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managed via code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Outage — Debugging Walkthrough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298448" cy="594360"/>
          </a:xfrm>
          <a:prstGeom prst="rect">
            <a:avLst/>
          </a:prstGeom>
          <a:solidFill>
            <a:srgbClr val="546E7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81328" y="1357884"/>
            <a:ext cx="9144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097280"/>
            <a:ext cx="1298448" cy="5943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2768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71216" y="1357884"/>
            <a:ext cx="9144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1" name="Shape 9"/>
          <p:cNvSpPr/>
          <p:nvPr/>
        </p:nvSpPr>
        <p:spPr>
          <a:xfrm>
            <a:off x="2962656" y="1097280"/>
            <a:ext cx="1298448" cy="59436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62656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S3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357884"/>
            <a:ext cx="9144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2544" y="1097280"/>
            <a:ext cx="1298448" cy="59436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52544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50992" y="1357884"/>
            <a:ext cx="9144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5742432" y="1097280"/>
            <a:ext cx="1298448" cy="594360"/>
          </a:xfrm>
          <a:prstGeom prst="rect">
            <a:avLst/>
          </a:prstGeom>
          <a:solidFill>
            <a:srgbClr val="0097A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42432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(POD validation)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357884"/>
            <a:ext cx="9144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097280"/>
            <a:ext cx="1298448" cy="59436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09728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82880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alerts, confirm scope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106424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99032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9" name="Text 27"/>
          <p:cNvSpPr/>
          <p:nvPr/>
        </p:nvSpPr>
        <p:spPr>
          <a:xfrm>
            <a:off x="1399032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Changes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52144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Deployments, configs, migrations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075688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368296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4" name="Text 32"/>
          <p:cNvSpPr/>
          <p:nvPr/>
        </p:nvSpPr>
        <p:spPr>
          <a:xfrm>
            <a:off x="2368296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21408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121408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DB, Redis, containers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044952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90672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Logs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5xx, timeouts, auth failures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014216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06824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44" name="Text 42"/>
          <p:cNvSpPr/>
          <p:nvPr/>
        </p:nvSpPr>
        <p:spPr>
          <a:xfrm>
            <a:off x="4306824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59936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Metrics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059936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 rate, CPU/Mem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983480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276088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49" name="Text 47"/>
          <p:cNvSpPr/>
          <p:nvPr/>
        </p:nvSpPr>
        <p:spPr>
          <a:xfrm>
            <a:off x="5276088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29200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Rollback, restart, scale up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952744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45352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4" name="Text 52"/>
          <p:cNvSpPr/>
          <p:nvPr/>
        </p:nvSpPr>
        <p:spPr>
          <a:xfrm>
            <a:off x="6245352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98464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998464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deploy, expired secret, spike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922008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214616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9" name="Text 57"/>
          <p:cNvSpPr/>
          <p:nvPr/>
        </p:nvSpPr>
        <p:spPr>
          <a:xfrm>
            <a:off x="7214616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67728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critical journeys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891272" y="1920240"/>
            <a:ext cx="91440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83880" y="1965960"/>
            <a:ext cx="329184" cy="3291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4" name="Text 62"/>
          <p:cNvSpPr/>
          <p:nvPr/>
        </p:nvSpPr>
        <p:spPr>
          <a:xfrm>
            <a:off x="818388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936992" y="23225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936992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fix, prevention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65760" y="2926080"/>
            <a:ext cx="109728" cy="17373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69" name="Text 67"/>
          <p:cNvSpPr/>
          <p:nvPr/>
        </p:nvSpPr>
        <p:spPr>
          <a:xfrm>
            <a:off x="594360" y="29992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Root Cause: DB Connection Pool Exhaustion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94360" y="336499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errors, increased latency, container restarts  </a:t>
            </a: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+ restart + clear connections  </a:t>
            </a: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optimization, load testing in CI, canary deployments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2" name="Text 7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43891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166420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customer-facing &amp; expected to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services exist or will soon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uptime are important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uses Git-based workflow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is acceptable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92624" y="166420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adds complexity → better scale &amp; ownership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rate limiting → safer but can affect burst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deploys → cost more but reduce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mobile arch → more upfront effort, pays off later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SympliChain Technologies – Internship Assessment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2286000"/>
            <a:ext cx="8979408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Correct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Engineering Mindset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532888"/>
            <a:ext cx="292608" cy="292608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system boundaries &amp; secure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90088"/>
            <a:ext cx="292608" cy="292608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reliability with automation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292608" cy="292608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447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debugging under pressure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04488"/>
            <a:ext cx="292608" cy="292608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04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design for a small engineering team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361688"/>
            <a:ext cx="292608" cy="292608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361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297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foundation built for 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Arockia Dass J  |  MCA Graduate  |  Software Engineering Intern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676</Words>
  <Application>Microsoft Office PowerPoint</Application>
  <PresentationFormat>On-screen Show (16:9)</PresentationFormat>
  <Paragraphs>199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SympliChain Technologies - Software Engineering Internship</dc:title>
  <dc:subject>PptxGenJS Presentation</dc:subject>
  <dc:creator>PptxGenJS</dc:creator>
  <cp:lastModifiedBy>Arockia Dass</cp:lastModifiedBy>
  <cp:revision>2</cp:revision>
  <dcterms:created xsi:type="dcterms:W3CDTF">2026-04-07T05:55:32Z</dcterms:created>
  <dcterms:modified xsi:type="dcterms:W3CDTF">2026-04-07T07:20:41Z</dcterms:modified>
</cp:coreProperties>
</file>